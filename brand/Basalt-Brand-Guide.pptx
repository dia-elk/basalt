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/Desktop/ecommerce-builder/brand/logo/png/mark-primary-transparent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068" y="141732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97480"/>
            <a:ext cx="121916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Basalt</a:t>
            </a:r>
            <a:endParaRPr lang="en-US" sz="8400" dirty="0"/>
          </a:p>
        </p:txBody>
      </p:sp>
      <p:sp>
        <p:nvSpPr>
          <p:cNvPr id="4" name="Text 1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29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BUILDONBASALT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071055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buildonbasalt.com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Basalt?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is a dark volcanic rock, formed when lava cools. </a:t>
            </a:r>
            <a:pPr algn="l"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one of the most common rocks on Earth: strong, dependable, and quietly holding up the built world.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named the platform after it on purpose. </a:t>
            </a:r>
            <a:pPr algn="l"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qualities we look for in a rock are the ones we build toward in software: strong foundations, real infrastructure, and an honest, understated character.</a:t>
            </a:r>
            <a:endParaRPr lang="en-US" sz="1600" dirty="0"/>
          </a:p>
        </p:txBody>
      </p:sp>
      <p:pic>
        <p:nvPicPr>
          <p:cNvPr id="4" name="Image 0" descr="/Users/macbook/Desktop/ecommerce-builder/brand/logo/png/mark-transparent-on-dark-1024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366760" y="137160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— BRAND GUIDELINES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80841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like the rock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qualities of basalt rock, and the brand built on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31316"/>
          </a:solidFill>
          <a:ln w="9525">
            <a:solidFill>
              <a:srgbClr val="232327"/>
            </a:solidFill>
            <a:prstDash val="solid"/>
          </a:ln>
        </p:spPr>
      </p:sp>
      <p:pic>
        <p:nvPicPr>
          <p:cNvPr id="5" name="Image 0" descr="/private/tmp/claude-501/-Users-macbook-Desktop-ecommerce-builder/31bd1047-8209-4630-8751-a9826cb0d961/scratchpad/icons/mountain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9191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73736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Strong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89888" y="2167128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hold weight, under pressure, without cracking.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31316"/>
          </a:solidFill>
          <a:ln w="9525">
            <a:solidFill>
              <a:srgbClr val="232327"/>
            </a:solidFill>
            <a:prstDash val="solid"/>
          </a:ln>
        </p:spPr>
      </p:sp>
      <p:pic>
        <p:nvPicPr>
          <p:cNvPr id="9" name="Image 1" descr="/private/tmp/claude-501/-Users-macbook-Desktop-ecommerce-builder/31bd1047-8209-4630-8751-a9826cb0d961/scratchpad/icons/flame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703" y="19191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13448" y="173736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Formed under extreme conditions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13448" y="2167128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cools from lava, tempered before it ever takes shape.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31316"/>
          </a:solidFill>
          <a:ln w="9525">
            <a:solidFill>
              <a:srgbClr val="232327"/>
            </a:solidFill>
            <a:prstDash val="solid"/>
          </a:ln>
        </p:spPr>
      </p:sp>
      <p:pic>
        <p:nvPicPr>
          <p:cNvPr id="13" name="Image 2" descr="/private/tmp/claude-501/-Users-macbook-Desktop-ecommerce-builder/31bd1047-8209-4630-8751-a9826cb0d961/scratchpad/icons/building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56506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338328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in construction &amp; infrastructure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89888" y="3813048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the world quietly relies on to keep standing.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4290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31316"/>
          </a:solidFill>
          <a:ln w="9525">
            <a:solidFill>
              <a:srgbClr val="232327"/>
            </a:solidFill>
            <a:prstDash val="solid"/>
          </a:ln>
        </p:spPr>
      </p:sp>
      <p:pic>
        <p:nvPicPr>
          <p:cNvPr id="17" name="Image 3" descr="/private/tmp/claude-501/-Users-macbook-Desktop-ecommerce-builder/31bd1047-8209-4630-8751-a9826cb0d961/scratchpad/icons/globe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03" y="356506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13448" y="338328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 all over the world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13448" y="3813048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dependable, and everywhere you look.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66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31316"/>
          </a:solidFill>
          <a:ln w="9525">
            <a:solidFill>
              <a:srgbClr val="232327"/>
            </a:solidFill>
            <a:prstDash val="solid"/>
          </a:ln>
        </p:spPr>
      </p:sp>
      <p:pic>
        <p:nvPicPr>
          <p:cNvPr id="21" name="Image 4" descr="/private/tmp/claude-501/-Users-macbook-Desktop-ecommerce-builder/31bd1047-8209-4630-8751-a9826cb0d961/scratchpad/icons/moon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302423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89888" y="51389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Naturally dark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89888" y="5532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happens to fit the theme we were already building.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— BRAND GUIDELINES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80841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9393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store.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Basalt builds the rest.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D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buildonbasalt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194560" y="4297680"/>
            <a:ext cx="7802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handle, it's an invitation. Every store, every feature, every update: built in the open, on the same foundation.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buildonbasalt.com   ·   @buildonbasalt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— BRAND GUIDELINES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0841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 and the typography-only wordmark.</a:t>
            </a:r>
            <a:endParaRPr lang="en-US" sz="1400" dirty="0"/>
          </a:p>
        </p:txBody>
      </p:sp>
      <p:pic>
        <p:nvPicPr>
          <p:cNvPr id="4" name="Image 0" descr="/Users/macbook/Desktop/ecommerce-builder/brand/logo/png/lockup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128" y="1920240"/>
            <a:ext cx="4663440" cy="12070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24248" y="3977640"/>
            <a:ext cx="2743200" cy="0"/>
          </a:xfrm>
          <a:prstGeom prst="line">
            <a:avLst/>
          </a:prstGeom>
          <a:noFill/>
          <a:ln w="12700">
            <a:solidFill>
              <a:srgbClr val="232327"/>
            </a:solidFill>
            <a:prstDash val="solid"/>
          </a:ln>
        </p:spPr>
      </p:sp>
      <p:pic>
        <p:nvPicPr>
          <p:cNvPr id="7" name="Image 1" descr="/Users/macbook/Desktop/ecommerce-builder/brand/logo/png/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8" y="4251960"/>
            <a:ext cx="2926080" cy="7955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166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Typography-only wordmark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194560" y="5806440"/>
            <a:ext cx="7802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clear space: leave at least the height of the mark on every side. Never stretch, rotate, or recolor outside the palette on this page.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Color Variations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always keeps two colors: one on top, another on the sides, on any background.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371600" cy="1371600"/>
          </a:xfrm>
          <a:prstGeom prst="rect">
            <a:avLst/>
          </a:prstGeom>
          <a:ln w="12700">
            <a:solidFill>
              <a:srgbClr val="232327"/>
            </a:solidFill>
            <a:prstDash val="solid"/>
          </a:ln>
        </p:spPr>
      </p:sp>
      <p:pic>
        <p:nvPicPr>
          <p:cNvPr id="5" name="Image 0" descr="/Users/macbook/Desktop/ecommerce-builder/brand/logo/png/mark-bg-black-green-top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Black background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520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top · White sides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90288" y="1783080"/>
            <a:ext cx="1371600" cy="1371600"/>
          </a:xfrm>
          <a:prstGeom prst="rect">
            <a:avLst/>
          </a:prstGeom>
          <a:ln w="12700">
            <a:solidFill>
              <a:srgbClr val="232327"/>
            </a:solidFill>
            <a:prstDash val="solid"/>
          </a:ln>
        </p:spPr>
      </p:sp>
      <p:pic>
        <p:nvPicPr>
          <p:cNvPr id="9" name="Image 1" descr="/Users/macbook/Desktop/ecommerce-builder/brand/logo/png/mark-bg-black-white-top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78308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33088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Black background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33088" y="3520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top · Green sides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357616" y="1783080"/>
            <a:ext cx="1371600" cy="1371600"/>
          </a:xfrm>
          <a:prstGeom prst="rect">
            <a:avLst/>
          </a:prstGeom>
          <a:ln w="12700">
            <a:solidFill>
              <a:srgbClr val="232327"/>
            </a:solidFill>
            <a:prstDash val="solid"/>
          </a:ln>
        </p:spPr>
      </p:sp>
      <p:pic>
        <p:nvPicPr>
          <p:cNvPr id="13" name="Image 2" descr="/Users/macbook/Desktop/ecommerce-builder/brand/logo/png/mark-bg-white-green-top-5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83080"/>
            <a:ext cx="1371600" cy="1371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0416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White background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900416" y="3520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top · Black sides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22960" y="4078224"/>
            <a:ext cx="1371600" cy="1371600"/>
          </a:xfrm>
          <a:prstGeom prst="rect">
            <a:avLst/>
          </a:prstGeom>
          <a:ln w="12700">
            <a:solidFill>
              <a:srgbClr val="232327"/>
            </a:solidFill>
            <a:prstDash val="solid"/>
          </a:ln>
        </p:spPr>
      </p:sp>
      <p:pic>
        <p:nvPicPr>
          <p:cNvPr id="17" name="Image 3" descr="/Users/macbook/Desktop/ecommerce-builder/brand/logo/png/mark-bg-white-black-top-5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78224"/>
            <a:ext cx="1371600" cy="1371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5760" y="5559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White background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65760" y="5815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top · Green sides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90288" y="4078224"/>
            <a:ext cx="1371600" cy="1371600"/>
          </a:xfrm>
          <a:prstGeom prst="rect">
            <a:avLst/>
          </a:prstGeom>
          <a:ln w="12700">
            <a:solidFill>
              <a:srgbClr val="232327"/>
            </a:solidFill>
            <a:prstDash val="solid"/>
          </a:ln>
        </p:spPr>
      </p:sp>
      <p:pic>
        <p:nvPicPr>
          <p:cNvPr id="21" name="Image 4" descr="/Users/macbook/Desktop/ecommerce-builder/brand/logo/png/mark-bg-green-white-top-5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078224"/>
            <a:ext cx="1371600" cy="1371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33088" y="5559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 background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133088" y="5815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top · Black sides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357616" y="4078224"/>
            <a:ext cx="1371600" cy="1371600"/>
          </a:xfrm>
          <a:prstGeom prst="rect">
            <a:avLst/>
          </a:prstGeom>
          <a:ln w="12700">
            <a:solidFill>
              <a:srgbClr val="232327"/>
            </a:solidFill>
            <a:prstDash val="solid"/>
          </a:ln>
        </p:spPr>
      </p:sp>
      <p:pic>
        <p:nvPicPr>
          <p:cNvPr id="25" name="Image 5" descr="/Users/macbook/Desktop/ecommerce-builder/brand/logo/png/mark-bg-green-black-top-5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4078224"/>
            <a:ext cx="1371600" cy="1371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00416" y="5559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 background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900416" y="5815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top · White sides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— BRAND GUIDELINES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80841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 Palette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dominates. White supports. Green speaks only when something succeeds.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8745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0A0A0B"/>
          </a:solidFill>
          <a:ln w="12700">
            <a:solidFill>
              <a:srgbClr val="2323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6628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Basalt Black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06628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#0A0A0B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6628" y="4736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10, 10, 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1348" y="18745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55668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Basalt White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55668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55668" y="4736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255, 255, 255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0388" y="187452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29D67A"/>
          </a:solidFill>
          <a:ln/>
        </p:spPr>
      </p:sp>
      <p:sp>
        <p:nvSpPr>
          <p:cNvPr id="13" name="Text 11"/>
          <p:cNvSpPr/>
          <p:nvPr/>
        </p:nvSpPr>
        <p:spPr>
          <a:xfrm>
            <a:off x="8404708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Basalt Green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04708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#29D67A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04708" y="4736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41, 214, 122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— BRAND GUIDELINES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0841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Typography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carries the whole system, headings and body alike.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9659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Regular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28072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Medium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0" y="364845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SemiBold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0" y="448970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Bold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0" y="54681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lean bold with tight tracking. Body copy stays clean and legible at 15-16px, never Inter alone.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— BRAND GUIDELINES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0841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/Desktop/ecommerce-builder/brand/logo/png/mark-primary-transparent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82296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0" y="2624328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buildonbasalt.com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34747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3767328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D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@buildonbasalt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0" y="46177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4910328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D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buildonbasalt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3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building with 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2026-07-22T12:24:05Z</dcterms:created>
  <dcterms:modified xsi:type="dcterms:W3CDTF">2026-07-22T12:24:05Z</dcterms:modified>
</cp:coreProperties>
</file>